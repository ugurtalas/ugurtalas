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1" r:id="rId6"/>
    <p:sldId id="283" r:id="rId7"/>
    <p:sldId id="284" r:id="rId8"/>
    <p:sldId id="285" r:id="rId9"/>
    <p:sldId id="286" r:id="rId10"/>
    <p:sldId id="287" r:id="rId11"/>
    <p:sldId id="290" r:id="rId12"/>
    <p:sldId id="288" r:id="rId13"/>
    <p:sldId id="289" r:id="rId14"/>
    <p:sldId id="282" r:id="rId15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ş geldiniz" id="{E75E278A-FF0E-49A4-B170-79828D63BBAD}">
          <p14:sldIdLst>
            <p14:sldId id="256"/>
          </p14:sldIdLst>
        </p14:section>
        <p14:section name="Tasarım, Dönüşüm, Ek Açıklama, Birlikte Çalışma, Göster" id="{B9B51309-D148-4332-87C2-07BE32FBCA3B}">
          <p14:sldIdLst>
            <p14:sldId id="271"/>
            <p14:sldId id="283"/>
            <p14:sldId id="284"/>
            <p14:sldId id="285"/>
            <p14:sldId id="286"/>
            <p14:sldId id="287"/>
            <p14:sldId id="290"/>
            <p14:sldId id="288"/>
            <p14:sldId id="289"/>
          </p14:sldIdLst>
        </p14:section>
        <p14:section name="Daha Fazla Bilgi Edinin" id="{2CC34DB2-6590-42C0-AD4B-A04C6060184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Yaza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3" autoAdjust="0"/>
    <p:restoredTop sz="94241" autoAdjust="0"/>
  </p:normalViewPr>
  <p:slideViewPr>
    <p:cSldViewPr snapToGrid="0">
      <p:cViewPr varScale="1">
        <p:scale>
          <a:sx n="47" d="100"/>
          <a:sy n="47" d="100"/>
        </p:scale>
        <p:origin x="42" y="8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B640EDB-8696-4821-9977-ADF2EA20DA76}" type="datetime1">
              <a:rPr lang="tr-TR" smtClean="0"/>
              <a:t>15.05.2026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75B46EE-8D9E-4234-843E-EA54547AD9AE}" type="datetime1">
              <a:rPr lang="tr-TR" noProof="0" smtClean="0"/>
              <a:t>15.05.2026</a:t>
            </a:fld>
            <a:endParaRPr lang="tr-TR" noProof="0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 smtClean="0"/>
              <a:t>Asıl metin stillerini düzenlemek için tıklayın</a:t>
            </a:r>
          </a:p>
          <a:p>
            <a:pPr lvl="1" rtl="0"/>
            <a:r>
              <a:rPr lang="tr-TR" noProof="0" dirty="0" smtClean="0"/>
              <a:t>İkinci düzey</a:t>
            </a:r>
          </a:p>
          <a:p>
            <a:pPr lvl="2" rtl="0"/>
            <a:r>
              <a:rPr lang="tr-TR" noProof="0" dirty="0" smtClean="0"/>
              <a:t>Üçüncü düzey</a:t>
            </a:r>
          </a:p>
          <a:p>
            <a:pPr lvl="3" rtl="0"/>
            <a:r>
              <a:rPr lang="tr-TR" noProof="0" dirty="0" smtClean="0"/>
              <a:t>Dördüncü düzey</a:t>
            </a:r>
          </a:p>
          <a:p>
            <a:pPr lvl="4" rtl="0"/>
            <a:r>
              <a:rPr lang="tr-TR" noProof="0" dirty="0" smtClean="0"/>
              <a:t>Beşinci düzey</a:t>
            </a:r>
            <a:endParaRPr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02480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55719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51706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45410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36998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14830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6851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27007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41405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tr-TR" noProof="0" dirty="0" smtClean="0"/>
              <a:t>Bağlantıları ziyaret etmek için Slayt Gösterisi </a:t>
            </a:r>
            <a:r>
              <a:rPr lang="tr-TR" noProof="0" dirty="0" err="1" smtClean="0"/>
              <a:t>modundayken</a:t>
            </a:r>
            <a:r>
              <a:rPr lang="tr-TR" noProof="0" dirty="0" smtClean="0"/>
              <a:t> oklara tıklayın.</a:t>
            </a:r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tr-TR" smtClean="0"/>
              <a:t>11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sz="1800" noProof="0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kdörtgen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tr-TR" sz="1800" noProof="0" dirty="0"/>
          </a:p>
        </p:txBody>
      </p:sp>
      <p:cxnSp>
        <p:nvCxnSpPr>
          <p:cNvPr id="12" name="Düz Bağlayıcı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aşlık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Asıl metin stillerini düzenle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İkinci düzey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Üçüncü düzey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Dördüncü düzey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Beşinci düzey</a:t>
            </a:r>
            <a:endParaRPr lang="tr-TR" noProof="0" dirty="0"/>
          </a:p>
        </p:txBody>
      </p:sp>
      <p:sp>
        <p:nvSpPr>
          <p:cNvPr id="6" name="Tarih Yer Tutucusu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5FAED58F-EB5B-4A36-96E7-60A39EA93EB2}" type="datetime1">
              <a:rPr lang="tr-TR" noProof="0" smtClean="0"/>
              <a:t>15.05.2026</a:t>
            </a:fld>
            <a:endParaRPr lang="tr-TR" noProof="0" dirty="0"/>
          </a:p>
        </p:txBody>
      </p:sp>
      <p:sp>
        <p:nvSpPr>
          <p:cNvPr id="7" name="Alt Bilgi Yer Tutucusu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tr-TR" noProof="0" dirty="0"/>
          </a:p>
        </p:txBody>
      </p:sp>
      <p:sp>
        <p:nvSpPr>
          <p:cNvPr id="8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tr-TR" noProof="0" smtClean="0"/>
              <a:pPr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ölüm Başlığ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kdörtgen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sz="1800" noProof="0" dirty="0"/>
          </a:p>
        </p:txBody>
      </p:sp>
      <p:sp>
        <p:nvSpPr>
          <p:cNvPr id="10" name="Dikdörtgen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tr-TR" sz="1800" noProof="0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7" name="İçerik Yer Tutucusu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Asıl metin stillerini düzenle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İkinci düzey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Üçüncü düzey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Dördüncü düzey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tr-TR" noProof="0" smtClean="0"/>
              <a:t>Beşinci düzey</a:t>
            </a:r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tr-TR" sz="1800" noProof="0" dirty="0"/>
          </a:p>
        </p:txBody>
      </p:sp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tr-TR" noProof="0" dirty="0" smtClean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tr-TR" noProof="0" dirty="0" smtClean="0"/>
              <a:t>Asıl metin stillerini düzenlemek için tıklayın</a:t>
            </a:r>
          </a:p>
          <a:p>
            <a:pPr lvl="1" rtl="0"/>
            <a:r>
              <a:rPr lang="tr-TR" noProof="0" dirty="0" smtClean="0"/>
              <a:t>İkinci düzey</a:t>
            </a:r>
          </a:p>
          <a:p>
            <a:pPr lvl="2" rtl="0"/>
            <a:r>
              <a:rPr lang="tr-TR" noProof="0" dirty="0" smtClean="0"/>
              <a:t>Üçüncü düzey</a:t>
            </a:r>
          </a:p>
          <a:p>
            <a:pPr lvl="3" rtl="0"/>
            <a:r>
              <a:rPr lang="tr-TR" noProof="0" dirty="0" smtClean="0"/>
              <a:t>Dördüncü düzey</a:t>
            </a:r>
          </a:p>
          <a:p>
            <a:pPr lvl="4" rtl="0"/>
            <a:r>
              <a:rPr lang="tr-TR" noProof="0" dirty="0" smtClean="0"/>
              <a:t>Beşinci düzey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B79A2361-2820-4F23-9FB2-E2B2AB16E0CA}" type="datetime1">
              <a:rPr lang="tr-TR" noProof="0" smtClean="0"/>
              <a:t>15.05.2026</a:t>
            </a:fld>
            <a:endParaRPr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tr-TR" noProof="0" smtClean="0"/>
              <a:pPr/>
              <a:t>‹#›</a:t>
            </a:fld>
            <a:endParaRPr lang="tr-TR" noProof="0" dirty="0"/>
          </a:p>
        </p:txBody>
      </p:sp>
      <p:cxnSp>
        <p:nvCxnSpPr>
          <p:cNvPr id="8" name="Düz Bağlayıcı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236788" y="2423248"/>
            <a:ext cx="11650412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tr-TR" sz="4800" dirty="0" smtClean="0">
                <a:solidFill>
                  <a:schemeClr val="bg1"/>
                </a:solidFill>
              </a:rPr>
              <a:t>Yapay Zeka ve </a:t>
            </a:r>
            <a:r>
              <a:rPr lang="tr-TR" sz="4800" dirty="0" err="1" smtClean="0">
                <a:solidFill>
                  <a:schemeClr val="bg1"/>
                </a:solidFill>
              </a:rPr>
              <a:t>Vibe</a:t>
            </a:r>
            <a:r>
              <a:rPr lang="tr-TR" sz="4800" dirty="0" smtClean="0">
                <a:solidFill>
                  <a:schemeClr val="bg1"/>
                </a:solidFill>
              </a:rPr>
              <a:t> </a:t>
            </a:r>
            <a:r>
              <a:rPr lang="tr-TR" sz="4800" dirty="0" err="1" smtClean="0">
                <a:solidFill>
                  <a:schemeClr val="bg1"/>
                </a:solidFill>
              </a:rPr>
              <a:t>Coding</a:t>
            </a:r>
            <a:r>
              <a:rPr lang="tr-TR" sz="4800" dirty="0" smtClean="0">
                <a:solidFill>
                  <a:schemeClr val="bg1"/>
                </a:solidFill>
              </a:rPr>
              <a:t> </a:t>
            </a:r>
            <a:r>
              <a:rPr lang="tr-TR" sz="2400" dirty="0" smtClean="0">
                <a:solidFill>
                  <a:schemeClr val="bg1"/>
                </a:solidFill>
              </a:rPr>
              <a:t>(Yapay zeka destekli kod yazma)</a:t>
            </a:r>
            <a:endParaRPr lang="tr-TR" sz="2400" dirty="0">
              <a:solidFill>
                <a:schemeClr val="bg1"/>
              </a:solidFill>
            </a:endParaRPr>
          </a:p>
        </p:txBody>
      </p:sp>
      <p:sp>
        <p:nvSpPr>
          <p:cNvPr id="3" name="Alt Başlık 2"/>
          <p:cNvSpPr>
            <a:spLocks noGrp="1"/>
          </p:cNvSpPr>
          <p:nvPr>
            <p:ph type="subTitle" idx="4294967295"/>
          </p:nvPr>
        </p:nvSpPr>
        <p:spPr>
          <a:xfrm>
            <a:off x="5318484" y="4810848"/>
            <a:ext cx="201464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tr-TR" sz="2400" b="1" dirty="0" smtClean="0">
                <a:solidFill>
                  <a:schemeClr val="bg1"/>
                </a:solidFill>
                <a:latin typeface="+mj-lt"/>
              </a:rPr>
              <a:t>Uğur TALAŞ </a:t>
            </a:r>
            <a:endParaRPr lang="tr-TR" sz="24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836" y="819686"/>
            <a:ext cx="180975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rtl="0"/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Mezuniyet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İçerik Yer Tutucusu 17"/>
          <p:cNvSpPr txBox="1">
            <a:spLocks/>
          </p:cNvSpPr>
          <p:nvPr/>
        </p:nvSpPr>
        <p:spPr>
          <a:xfrm>
            <a:off x="595398" y="1856402"/>
            <a:ext cx="9149237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Aft>
                <a:spcPts val="600"/>
              </a:spcAft>
              <a:defRPr/>
            </a:pP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2010 – Düzce Üniversitesi - Bilgisayar Öğretmenliği  - Lisans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/>
            </a:pP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2019 </a:t>
            </a:r>
            <a:r>
              <a:rPr lang="tr-TR" sz="1800" dirty="0"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Bilecik Şeyh Edebali Üniversitesi - </a:t>
            </a:r>
            <a:r>
              <a:rPr lang="tr-TR" sz="1800" dirty="0">
                <a:latin typeface="Segoe UI" panose="020B0502040204020203" pitchFamily="34" charset="0"/>
                <a:cs typeface="Segoe UI" panose="020B0502040204020203" pitchFamily="34" charset="0"/>
              </a:rPr>
              <a:t>Bilgisayar </a:t>
            </a: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Mühendisliği - Lisans</a:t>
            </a:r>
          </a:p>
          <a:p>
            <a:pPr>
              <a:lnSpc>
                <a:spcPct val="200000"/>
              </a:lnSpc>
              <a:spcAft>
                <a:spcPts val="600"/>
              </a:spcAft>
              <a:defRPr/>
            </a:pPr>
            <a:r>
              <a:rPr lang="tr-TR" sz="1800" dirty="0">
                <a:latin typeface="Segoe UI" panose="020B0502040204020203" pitchFamily="34" charset="0"/>
                <a:cs typeface="Segoe UI" panose="020B0502040204020203" pitchFamily="34" charset="0"/>
              </a:rPr>
              <a:t>2019 – Bilecik Şeyh Edebali Üniversitesi - Bilgisayar </a:t>
            </a: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Mühendisliği - Yüksek Lisans </a:t>
            </a:r>
            <a:endParaRPr lang="tr-TR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defRPr/>
            </a:pP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2026 </a:t>
            </a:r>
            <a:r>
              <a:rPr lang="tr-TR" sz="1800" dirty="0">
                <a:latin typeface="Segoe UI" panose="020B0502040204020203" pitchFamily="34" charset="0"/>
                <a:cs typeface="Segoe UI" panose="020B0502040204020203" pitchFamily="34" charset="0"/>
              </a:rPr>
              <a:t>– Bilecik Şeyh Edebali Üniversitesi - Bilgisayar </a:t>
            </a: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Mühendisliği - Doktora</a:t>
            </a:r>
            <a:endParaRPr lang="tr-TR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  <a:defRPr/>
            </a:pPr>
            <a:endParaRPr lang="tr-TR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  <a:defRPr/>
            </a:pPr>
            <a:endParaRPr lang="tr-T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title"/>
          </p:nvPr>
        </p:nvSpPr>
        <p:spPr>
          <a:xfrm>
            <a:off x="521207" y="425478"/>
            <a:ext cx="6877119" cy="640080"/>
          </a:xfrm>
        </p:spPr>
        <p:txBody>
          <a:bodyPr rtlCol="0">
            <a:noAutofit/>
          </a:bodyPr>
          <a:lstStyle/>
          <a:p>
            <a:pPr rtl="0"/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Çalışma Hayatı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İçerik Yer Tutucusu 17"/>
          <p:cNvSpPr txBox="1">
            <a:spLocks/>
          </p:cNvSpPr>
          <p:nvPr/>
        </p:nvSpPr>
        <p:spPr>
          <a:xfrm>
            <a:off x="521207" y="1318519"/>
            <a:ext cx="11300767" cy="4992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2011 –2012  Düzce Üniversitesi 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Sosyal Medya Uygulaması</a:t>
            </a:r>
          </a:p>
          <a:p>
            <a:pPr lvl="2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18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Backend</a:t>
            </a: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– </a:t>
            </a:r>
            <a:r>
              <a:rPr lang="tr-TR" sz="18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FrontEnd</a:t>
            </a: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Developer 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2013 –  Bilecik Şeyh Edebali Üniversitesi - Bilgi İşlem Daire Başkanlığı -  Öğretim Görevlisi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Öğrenci Bilgi Sistemi, OBS alt projeleri</a:t>
            </a:r>
            <a:endParaRPr lang="tr-TR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Analiz, Veri Tabanı, </a:t>
            </a:r>
            <a:r>
              <a:rPr lang="tr-TR" sz="18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Backend</a:t>
            </a: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tr-TR" sz="18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Frontend</a:t>
            </a: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, </a:t>
            </a:r>
            <a:r>
              <a:rPr lang="tr-TR" sz="18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Fullstack</a:t>
            </a: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18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developer</a:t>
            </a: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2023 – </a:t>
            </a:r>
            <a:r>
              <a:rPr lang="tr-TR" sz="18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Startup</a:t>
            </a:r>
            <a:endParaRPr lang="tr-TR" sz="18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18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Backend</a:t>
            </a:r>
            <a:r>
              <a:rPr lang="tr-TR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Developer</a:t>
            </a:r>
            <a:endParaRPr lang="tr-TR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  <a:defRPr/>
            </a:pPr>
            <a:endParaRPr lang="tr-T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690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/>
          <a:p>
            <a:pPr rtl="0"/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Yapay Zeka ile </a:t>
            </a:r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Dönüşüm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İçerik Yer Tutucusu 17"/>
          <p:cNvSpPr txBox="1">
            <a:spLocks/>
          </p:cNvSpPr>
          <p:nvPr/>
        </p:nvSpPr>
        <p:spPr>
          <a:xfrm>
            <a:off x="521207" y="1318519"/>
            <a:ext cx="11300767" cy="4992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Yapay zeka ile dünya </a:t>
            </a: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hızla değişiyor.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Bilgiye erişmek ve bilgiye dayalı işleri yapmak</a:t>
            </a:r>
            <a:b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hiç olmadığı kadar kolay.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İnsanlar rutin yaptıkları işleri çok hızla yapabiliyor.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Analiz çıkarma, çözüm üretme </a:t>
            </a:r>
            <a:r>
              <a:rPr lang="tr-TR" sz="24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v.b</a:t>
            </a: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İnsanlar uzmanı olmadıkları işleri uzman</a:t>
            </a:r>
            <a:b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seviyesinde yapabiliyor.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tr-T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  <a:defRPr/>
            </a:pPr>
            <a:endParaRPr lang="tr-T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279" y="1318518"/>
            <a:ext cx="4106487" cy="534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85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1061193" cy="640080"/>
          </a:xfrm>
        </p:spPr>
        <p:txBody>
          <a:bodyPr rtlCol="0">
            <a:noAutofit/>
          </a:bodyPr>
          <a:lstStyle/>
          <a:p>
            <a:pPr rtl="0"/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Bilgisayar Mühendisliği  vs. AI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İçerik Yer Tutucusu 17"/>
          <p:cNvSpPr txBox="1">
            <a:spLocks/>
          </p:cNvSpPr>
          <p:nvPr/>
        </p:nvSpPr>
        <p:spPr>
          <a:xfrm>
            <a:off x="521207" y="1318519"/>
            <a:ext cx="11300767" cy="49926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Doğrudan bilgiye dayanan tüm meslekler yapay zeka karşısında yok olmaya mahkum.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Bilgisayar Mühendisliği ??? 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Yazılım geliştirmek,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Yazılım dili öğrenmek,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Yazılım teknolojilerine hakim olmak, 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Hepsi Bitiyor / Bitecek / Bitti !</a:t>
            </a:r>
            <a:endParaRPr lang="tr-T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  <a:defRPr/>
            </a:pPr>
            <a:endParaRPr lang="tr-T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426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1061193" cy="640080"/>
          </a:xfrm>
        </p:spPr>
        <p:txBody>
          <a:bodyPr rtlCol="0">
            <a:noAutofit/>
          </a:bodyPr>
          <a:lstStyle/>
          <a:p>
            <a:pPr rtl="0"/>
            <a:r>
              <a:rPr lang="tr-TR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Vibe</a:t>
            </a:r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tr-TR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Coding</a:t>
            </a:r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( AI destekli kod yazma)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İçerik Yer Tutucusu 17"/>
          <p:cNvSpPr txBox="1">
            <a:spLocks/>
          </p:cNvSpPr>
          <p:nvPr/>
        </p:nvSpPr>
        <p:spPr>
          <a:xfrm>
            <a:off x="521207" y="1318519"/>
            <a:ext cx="11300767" cy="4992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Yapay </a:t>
            </a: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zekaya ne istediğini anlatıp yazılım </a:t>
            </a: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üretmek.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Geliştiricinin </a:t>
            </a: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rolü </a:t>
            </a: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değişiyor.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Kod </a:t>
            </a: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yazan değil yönlendiren kişi öne </a:t>
            </a: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çıkıyor.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Popüler Araçlar: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Claude</a:t>
            </a: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24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Cursor</a:t>
            </a: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tr-TR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GitHub</a:t>
            </a: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Copilot, Gemini,</a:t>
            </a:r>
            <a:r>
              <a:rPr lang="tr-TR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24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ChatGPT</a:t>
            </a:r>
            <a:endParaRPr lang="tr-TR" sz="2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endParaRPr lang="tr-T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  <a:defRPr/>
            </a:pPr>
            <a:endParaRPr lang="tr-TR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965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1061193" cy="640080"/>
          </a:xfrm>
        </p:spPr>
        <p:txBody>
          <a:bodyPr rtlCol="0">
            <a:noAutofit/>
          </a:bodyPr>
          <a:lstStyle/>
          <a:p>
            <a:pPr rtl="0"/>
            <a:r>
              <a:rPr lang="tr-TR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Vibe</a:t>
            </a:r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tr-TR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Coding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İçerik Yer Tutucusu 17"/>
          <p:cNvSpPr txBox="1">
            <a:spLocks/>
          </p:cNvSpPr>
          <p:nvPr/>
        </p:nvSpPr>
        <p:spPr>
          <a:xfrm>
            <a:off x="521207" y="1318519"/>
            <a:ext cx="11300767" cy="4992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Kodu yapay zeka modeli yazıyorsa işler daha da kolaylaşmadı mı?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Tecrübenin ve işi bilmenin bir önemi kalmadı </a:t>
            </a: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Üretilen bir ürün çok hızlı kopyalanabiliyor.</a:t>
            </a:r>
            <a:endParaRPr lang="tr-T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40 – 50  kişi   =  5-10 kişi  + AI </a:t>
            </a:r>
            <a:r>
              <a:rPr lang="tr-TR" sz="24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agent</a:t>
            </a: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 ( Bu rakamı </a:t>
            </a:r>
            <a:r>
              <a:rPr lang="tr-TR" sz="24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ChatGPT</a:t>
            </a: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verdi )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50 kişilik bir yazlım ekibi 6 kişiye indirildi ( Gerçek hayat örneği )</a:t>
            </a:r>
          </a:p>
          <a:p>
            <a:pPr lvl="2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% 88’i yeni iş aramak zorunda !!!</a:t>
            </a:r>
          </a:p>
        </p:txBody>
      </p:sp>
    </p:spTree>
    <p:extLst>
      <p:ext uri="{BB962C8B-B14F-4D97-AF65-F5344CB8AC3E}">
        <p14:creationId xmlns:p14="http://schemas.microsoft.com/office/powerpoint/2010/main" val="69639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1061193" cy="640080"/>
          </a:xfrm>
        </p:spPr>
        <p:txBody>
          <a:bodyPr rtlCol="0">
            <a:noAutofit/>
          </a:bodyPr>
          <a:lstStyle/>
          <a:p>
            <a:pPr rtl="0"/>
            <a:r>
              <a:rPr lang="tr-TR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Vibe</a:t>
            </a:r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tr-TR" dirty="0" err="1" smtClean="0">
                <a:latin typeface="Segoe UI Light" panose="020B0502040204020203" pitchFamily="34" charset="0"/>
                <a:cs typeface="Segoe UI Light" panose="020B0502040204020203" pitchFamily="34" charset="0"/>
              </a:rPr>
              <a:t>Coding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İçerik Yer Tutucusu 17"/>
          <p:cNvSpPr txBox="1">
            <a:spLocks/>
          </p:cNvSpPr>
          <p:nvPr/>
        </p:nvSpPr>
        <p:spPr>
          <a:xfrm>
            <a:off x="521207" y="1318519"/>
            <a:ext cx="11300767" cy="4992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tr-TR" b="1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tr-TR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1" indent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tr-TR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ctr">
              <a:lnSpc>
                <a:spcPct val="150000"/>
              </a:lnSpc>
              <a:spcAft>
                <a:spcPts val="600"/>
              </a:spcAft>
              <a:buNone/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‘’</a:t>
            </a:r>
            <a:r>
              <a:rPr lang="tr-TR" sz="2400" i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2400" i="1" dirty="0">
                <a:latin typeface="Segoe UI" panose="020B0502040204020203" pitchFamily="34" charset="0"/>
                <a:cs typeface="Segoe UI" panose="020B0502040204020203" pitchFamily="34" charset="0"/>
              </a:rPr>
              <a:t>Yapay zeka işinizi elinizden almaz, yapay zekayı sizden daha iyi kullanan bir meslektaşınız mesleğinizi elinden </a:t>
            </a:r>
            <a:r>
              <a:rPr lang="tr-TR" sz="2400" i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alacak ‘’</a:t>
            </a:r>
            <a:endParaRPr lang="tr-T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tr-T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37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1061193" cy="640080"/>
          </a:xfrm>
        </p:spPr>
        <p:txBody>
          <a:bodyPr rtlCol="0">
            <a:noAutofit/>
          </a:bodyPr>
          <a:lstStyle/>
          <a:p>
            <a:pPr rtl="0"/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Yeni İş Sahaları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İçerik Yer Tutucusu 17"/>
          <p:cNvSpPr txBox="1">
            <a:spLocks/>
          </p:cNvSpPr>
          <p:nvPr/>
        </p:nvSpPr>
        <p:spPr>
          <a:xfrm>
            <a:off x="521207" y="1318519"/>
            <a:ext cx="11300767" cy="4992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Prompt</a:t>
            </a: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mühendisliği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Kod analisti 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Vibe</a:t>
            </a: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tr-TR" sz="2400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Coder</a:t>
            </a:r>
            <a:endParaRPr lang="tr-TR" sz="2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AI uzmanı 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AI Destekli Ürün üretmek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AI modeli geliştirmek 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endParaRPr lang="tr-T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3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title"/>
          </p:nvPr>
        </p:nvSpPr>
        <p:spPr>
          <a:xfrm>
            <a:off x="640993" y="409199"/>
            <a:ext cx="11061193" cy="640080"/>
          </a:xfrm>
        </p:spPr>
        <p:txBody>
          <a:bodyPr rtlCol="0">
            <a:noAutofit/>
          </a:bodyPr>
          <a:lstStyle/>
          <a:p>
            <a:pPr rtl="0"/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Biz Bu Bölümü Boşuna mı okuduk ? 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İçerik Yer Tutucusu 17"/>
          <p:cNvSpPr txBox="1">
            <a:spLocks/>
          </p:cNvSpPr>
          <p:nvPr/>
        </p:nvSpPr>
        <p:spPr>
          <a:xfrm>
            <a:off x="521207" y="1318519"/>
            <a:ext cx="11300767" cy="4992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Ne yapmalıyız ? ? ? </a:t>
            </a: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tr-TR" sz="2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20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Risk ve sorumluluk alma becerilerini geliştirmek.</a:t>
            </a:r>
          </a:p>
          <a:p>
            <a:pPr lvl="1">
              <a:lnSpc>
                <a:spcPct val="20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Bir adım değil iki adım sonrasını düşünmek.</a:t>
            </a:r>
          </a:p>
          <a:p>
            <a:pPr lvl="1">
              <a:lnSpc>
                <a:spcPct val="200000"/>
              </a:lnSpc>
              <a:spcAft>
                <a:spcPts val="600"/>
              </a:spcAft>
              <a:defRPr/>
            </a:pPr>
            <a:r>
              <a:rPr lang="tr-TR" sz="2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Hızlı olup, çok çalışmak gerekiyor.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endParaRPr lang="tr-TR" sz="2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endParaRPr lang="tr-TR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802" y="1420119"/>
            <a:ext cx="932118" cy="82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5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şlık 9"/>
          <p:cNvSpPr>
            <a:spLocks noGrp="1"/>
          </p:cNvSpPr>
          <p:nvPr>
            <p:ph type="title"/>
          </p:nvPr>
        </p:nvSpPr>
        <p:spPr>
          <a:xfrm>
            <a:off x="521207" y="1536192"/>
            <a:ext cx="9167915" cy="640080"/>
          </a:xfrm>
        </p:spPr>
        <p:txBody>
          <a:bodyPr rtlCol="0">
            <a:normAutofit/>
          </a:bodyPr>
          <a:lstStyle/>
          <a:p>
            <a:pPr rtl="0"/>
            <a:r>
              <a:rPr lang="tr-TR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Sorularınız?</a:t>
            </a:r>
            <a:endParaRPr lang="tr-TR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İçerik Yer Tutucusu 4"/>
          <p:cNvSpPr>
            <a:spLocks noGrp="1"/>
          </p:cNvSpPr>
          <p:nvPr>
            <p:ph sz="half" idx="4294967295"/>
          </p:nvPr>
        </p:nvSpPr>
        <p:spPr>
          <a:xfrm>
            <a:off x="541611" y="2614427"/>
            <a:ext cx="9442648" cy="3978275"/>
          </a:xfrm>
        </p:spPr>
        <p:txBody>
          <a:bodyPr rtlCol="0">
            <a:normAutofit/>
          </a:bodyPr>
          <a:lstStyle/>
          <a:p>
            <a:pPr marL="0" indent="0" rtl="0">
              <a:lnSpc>
                <a:spcPts val="3600"/>
              </a:lnSpc>
              <a:spcAft>
                <a:spcPts val="0"/>
              </a:spcAft>
              <a:buNone/>
            </a:pPr>
            <a:endParaRPr lang="tr-TR" sz="20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HoşGeldinizBelges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715161_TF10001108" id="{41B9FDAB-6CD4-418F-812E-0C6B6869C1A7}" vid="{9345BDE5-1EF4-48F4-B8D4-BEF6914F668A}"/>
    </a:ext>
  </a:extLst>
</a:theme>
</file>

<file path=ppt/theme/theme2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0072C5-DDE0-4258-BA7A-4D4B80DFA63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PowerPoint'e Hoş Geldiniz</Template>
  <TotalTime>0</TotalTime>
  <Words>397</Words>
  <Application>Microsoft Office PowerPoint</Application>
  <PresentationFormat>Geniş ekran</PresentationFormat>
  <Paragraphs>72</Paragraphs>
  <Slides>11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6" baseType="lpstr">
      <vt:lpstr>Arial</vt:lpstr>
      <vt:lpstr>Calibri</vt:lpstr>
      <vt:lpstr>Segoe UI</vt:lpstr>
      <vt:lpstr>Segoe UI Light</vt:lpstr>
      <vt:lpstr>HoşGeldinizBelgesi</vt:lpstr>
      <vt:lpstr>Yapay Zeka ve Vibe Coding (Yapay zeka destekli kod yazma)</vt:lpstr>
      <vt:lpstr>Mezuniyet</vt:lpstr>
      <vt:lpstr>Çalışma Hayatı</vt:lpstr>
      <vt:lpstr>Yapay Zeka ile Dönüşüm</vt:lpstr>
      <vt:lpstr>Bilgisayar Mühendisliği  vs. AI</vt:lpstr>
      <vt:lpstr>Vibe Coding ( AI destekli kod yazma)</vt:lpstr>
      <vt:lpstr>Vibe Coding</vt:lpstr>
      <vt:lpstr>Vibe Coding</vt:lpstr>
      <vt:lpstr>Yeni İş Sahaları</vt:lpstr>
      <vt:lpstr>Biz Bu Bölümü Boşuna mı okuduk ? </vt:lpstr>
      <vt:lpstr>Sorularınız?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2026-05-13T14:12:33Z</dcterms:created>
  <dcterms:modified xsi:type="dcterms:W3CDTF">2026-05-15T20:53:12Z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